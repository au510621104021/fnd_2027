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Multimodal Fake News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file-by-file code walkthrough</a:t>
            </a:r>
          </a:p>
          <a:p>
            <a:r>
              <a:t>Repository: d:/fake_news_img_classification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detect fake news from text + image.</a:t>
            </a:r>
          </a:p>
          <a:p>
            <a:pPr>
              <a:defRPr sz="1800"/>
            </a:pPr>
            <a:r>
              <a:t>Core stack: BERT text encoder + ViT image encoder + cross-modal attention fusion.</a:t>
            </a:r>
          </a:p>
          <a:p>
            <a:pPr>
              <a:defRPr sz="1800"/>
            </a:pPr>
            <a:r>
              <a:t>Modes: multimodal, text_only, image_only.</a:t>
            </a:r>
          </a:p>
          <a:p>
            <a:pPr>
              <a:defRPr sz="1800"/>
            </a:pPr>
            <a:r>
              <a:t>Interfaces: CLI scripts, Flask API, Streamlit OCR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scripts/train.py loads config and builds dataloaders.</a:t>
            </a:r>
          </a:p>
          <a:p>
            <a:pPr>
              <a:defRPr sz="1800"/>
            </a:pPr>
            <a:r>
              <a:t>Model: src/models/multimodal_detector.py wires encoders + fusion + classifier.</a:t>
            </a:r>
          </a:p>
          <a:p>
            <a:pPr>
              <a:defRPr sz="1800"/>
            </a:pPr>
            <a:r>
              <a:t>src/training/trainer.py runs FP16 training, validation, checkpoints, early stopping.</a:t>
            </a:r>
          </a:p>
          <a:p>
            <a:pPr>
              <a:defRPr sz="1800"/>
            </a:pPr>
            <a:r>
              <a:t>Inference via src/inference/predictor.py and app/web_app.py / app/streamlit_app.py.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README.md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Describes architecture, datasets, commands, API endpoints, explainability outputs.</a:t>
            </a:r>
          </a:p>
          <a:p>
            <a:pPr>
              <a:defRPr sz="2000"/>
            </a:pPr>
            <a:r>
              <a:t>Documents training/evaluation/inference usage and expected folder layout.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requirements.txt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Declares dependencies: torch/torchvision, transformers, sklearn, matplotlib, flask, streamlit, easyocr, etc.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config/config.yaml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Single source of truth for model/training/data/eval/explainability/inference settings.</a:t>
            </a:r>
          </a:p>
          <a:p>
            <a:pPr>
              <a:defRPr sz="2000"/>
            </a:pPr>
            <a:r>
              <a:t>Model blocks: text_encoder, image_encoder, fusion, classifier.</a:t>
            </a:r>
          </a:p>
          <a:p>
            <a:pPr>
              <a:defRPr sz="2000"/>
            </a:pPr>
            <a:r>
              <a:t>Training blocks: epochs, lr, scheduler, fp16, splits, early stopping.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Package metadata (__version__, __author__).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src/models/text_encoder.py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Class: BertTextEncoder.</a:t>
            </a:r>
          </a:p>
          <a:p>
            <a:pPr>
              <a:defRPr sz="1800"/>
            </a:pPr>
            <a:r>
              <a:t>Loads pretrained BERT + tokenizer with output_attentions=True.</a:t>
            </a:r>
          </a:p>
          <a:p>
            <a:pPr>
              <a:defRPr sz="1800"/>
            </a:pPr>
            <a:r>
              <a:t>Freezes embeddings + first N encoder layers.</a:t>
            </a:r>
          </a:p>
          <a:p>
            <a:pPr>
              <a:defRPr sz="1800"/>
            </a:pPr>
            <a:r>
              <a:t>Projects token embeddings and CLS embedding from 768 -&gt; fusion dimension.</a:t>
            </a:r>
          </a:p>
          <a:p>
            <a:pPr>
              <a:defRPr sz="1800"/>
            </a:pPr>
            <a:r>
              <a:t>Returns sequence_output, pooled_output, attentions, attention_mask.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src/models/image_encoder.py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Class: ViTImageEncoder.</a:t>
            </a:r>
          </a:p>
          <a:p>
            <a:pPr>
              <a:defRPr sz="1800"/>
            </a:pPr>
            <a:r>
              <a:t>Loads pretrained ViT with attention outputs.</a:t>
            </a:r>
          </a:p>
          <a:p>
            <a:pPr>
              <a:defRPr sz="1800"/>
            </a:pPr>
            <a:r>
              <a:t>Freezes patch embedding + first N transformer blocks.</a:t>
            </a:r>
          </a:p>
          <a:p>
            <a:pPr>
              <a:defRPr sz="1800"/>
            </a:pPr>
            <a:r>
              <a:t>Provides train/eval transforms and projects 768 -&gt; fusion dimension.</a:t>
            </a:r>
          </a:p>
          <a:p>
            <a:pPr>
              <a:defRPr sz="1800"/>
            </a:pPr>
            <a:r>
              <a:t>Returns patch_output, pooled_output, attentions.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src/models/cross_modal_attention.py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CrossModalAttentionLayer: bidirectional text-&gt;image and image-&gt;text multi-head attention.</a:t>
            </a:r>
          </a:p>
          <a:p>
            <a:pPr>
              <a:defRPr sz="1800"/>
            </a:pPr>
            <a:r>
              <a:t>Includes residual connections, layer norms, and FFN per modality.</a:t>
            </a:r>
          </a:p>
          <a:p>
            <a:pPr>
              <a:defRPr sz="1800"/>
            </a:pPr>
            <a:r>
              <a:t>GatedFusion learns per-sample weighting between pooled text and image vectors.</a:t>
            </a:r>
          </a:p>
          <a:p>
            <a:pPr>
              <a:defRPr sz="1800"/>
            </a:pPr>
            <a:r>
              <a:t>CrossModalAttentionFusion stacks layers, attention-pools each modality, and fuses 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src/models/multimodal_detector.py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Class: MultimodalFakeNewsDetector.</a:t>
            </a:r>
          </a:p>
          <a:p>
            <a:pPr>
              <a:defRPr sz="1800"/>
            </a:pPr>
            <a:r>
              <a:t>Builds text encoder, image encoder, cross-modal fusion module, and classifier head.</a:t>
            </a:r>
          </a:p>
          <a:p>
            <a:pPr>
              <a:defRPr sz="1800"/>
            </a:pPr>
            <a:r>
              <a:t>Supports forward modes: multimodal, text_only, image_only.</a:t>
            </a:r>
          </a:p>
          <a:p>
            <a:pPr>
              <a:defRPr sz="1800"/>
            </a:pPr>
            <a:r>
              <a:t>Outputs logits, probabilities, and attention artifacts for explainability.</a:t>
            </a:r>
          </a:p>
          <a:p>
            <a:pPr>
              <a:defRPr sz="1800"/>
            </a:pPr>
            <a:r>
              <a:t>get_trainable_params() reports total/trainable/frozen parameters.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src/models/__init__.py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Exports BertTextEncoder, ViTImageEncoder, CrossModalAttentionFusion, MultimodalFakeNewsDetector.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src/data/preprocessing.py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TextPreprocessor cleans text (lowercase, URL/html removal, optional mention/hashtag/punctuation removal).</a:t>
            </a:r>
          </a:p>
          <a:p>
            <a:pPr>
              <a:defRPr sz="2000"/>
            </a:pPr>
            <a:r>
              <a:t>ImagePreprocessor defines train augmentation and eval normalization pipelines.</a:t>
            </a:r>
          </a:p>
          <a:p>
            <a:pPr>
              <a:defRPr sz="2000"/>
            </a:pPr>
            <a:r>
              <a:t>Handles missing/corrupt images using blank fallback image tensor.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src/data/dataset.py (Adapters)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Defines adapter classes per dataset: Weibo, Twitter MediaEval, FakeNewsNet, Fakeddit, ISOT, GenericCSV.</a:t>
            </a:r>
          </a:p>
          <a:p>
            <a:pPr>
              <a:defRPr sz="2000"/>
            </a:pPr>
            <a:r>
              <a:t>Normalizes all sources to common sample schema: text, image_path, label (0 real, 1 fake).</a:t>
            </a:r>
          </a:p>
          <a:p>
            <a:pPr>
              <a:defRPr sz="2000"/>
            </a:pPr>
            <a:r>
              <a:t>GenericCSV auto-detects common text/label/image column names.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src/data/dataset.py (Dataset + Loaders)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MultimodalFakeNewsDataset tokenizes text with BERT tokenizer and preprocesses images.</a:t>
            </a:r>
          </a:p>
          <a:p>
            <a:pPr>
              <a:defRPr sz="1800"/>
            </a:pPr>
            <a:r>
              <a:t>Returns tensors: input_ids, attention_mask, token_type_ids, pixel_values, label plus raw fields.</a:t>
            </a:r>
          </a:p>
          <a:p>
            <a:pPr>
              <a:defRPr sz="1800"/>
            </a:pPr>
            <a:r>
              <a:t>get_dataloader() creates deterministic train/val/test split and dataloaders.</a:t>
            </a:r>
          </a:p>
          <a:p>
            <a:pPr>
              <a:defRPr sz="1800"/>
            </a:pPr>
            <a:r>
              <a:t>Custom collate stacks tensor fields and preserves raw strings.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src/data/__init__.py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Exports MultimodalFakeNewsDataset, get_dataloader, TextPreprocessor, ImagePreprocessor.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src/training/trainer.py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EarlyStopping utility tracks validation-loss plateau.</a:t>
            </a:r>
          </a:p>
          <a:p>
            <a:pPr>
              <a:defRPr sz="1800"/>
            </a:pPr>
            <a:r>
              <a:t>Trainer handles optimizer grouping (weight decay/no decay), scheduler + warmup, FP16, clipping.</a:t>
            </a:r>
          </a:p>
          <a:p>
            <a:pPr>
              <a:defRPr sz="1800"/>
            </a:pPr>
            <a:r>
              <a:t>train() runs epoch loop, logging, checkpointing (latest + best), and early stop.</a:t>
            </a:r>
          </a:p>
          <a:p>
            <a:pPr>
              <a:defRPr sz="1800"/>
            </a:pPr>
            <a:r>
              <a:t>evaluate() computes final test metrics and optional plots.</a:t>
            </a:r>
          </a:p>
          <a:p>
            <a:pPr>
              <a:defRPr sz="1800"/>
            </a:pPr>
            <a:r>
              <a:t>load_checkpoint() restores model, optimizer, scheduler state, step and epoch.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src/training/metrics.py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MetricsCalculator accumulates labels/preds/probs across batches.</a:t>
            </a:r>
          </a:p>
          <a:p>
            <a:pPr>
              <a:defRPr sz="2000"/>
            </a:pPr>
            <a:r>
              <a:t>Computes accuracy/precision/recall/F1/macro/per-class/confusion matrix/AUC/AP.</a:t>
            </a:r>
          </a:p>
          <a:p>
            <a:pPr>
              <a:defRPr sz="2000"/>
            </a:pPr>
            <a:r>
              <a:t>Generates confusion matrix, ROC, PR curves and model comparison charts.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src/training/__init__.py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Exports Trainer and MetricsCalculator.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src/explainability/grad_cam.py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MultimodalGradCAM computes ViT explanation using attention rollout + gradients.</a:t>
            </a:r>
          </a:p>
          <a:p>
            <a:pPr>
              <a:defRPr sz="2000"/>
            </a:pPr>
            <a:r>
              <a:t>Produces normalized patch heatmap and overlays on original image.</a:t>
            </a:r>
          </a:p>
          <a:p>
            <a:pPr>
              <a:defRPr sz="2000"/>
            </a:pPr>
            <a:r>
              <a:t>explain() returns heatmap metadata and saved visualization path.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src/explainability/attention_viz.py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TextAttentionVisualizer extracts BERT self-attention and cross-modal attention maps.</a:t>
            </a:r>
          </a:p>
          <a:p>
            <a:pPr>
              <a:defRPr sz="2000"/>
            </a:pPr>
            <a:r>
              <a:t>Computes token importance and renders bar plots, heatmaps, and highlighted HTML.</a:t>
            </a:r>
          </a:p>
          <a:p>
            <a:pPr>
              <a:defRPr sz="2000"/>
            </a:pPr>
            <a:r>
              <a:t>explain() orchestrates generation and returns file paths + attention data.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src/explainability/__init__.py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Exports MultimodalGradCAM and TextAttentionVisualizer.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src/inference/predictor.py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MultimodalPredictor is high-level inference API.</a:t>
            </a:r>
          </a:p>
          <a:p>
            <a:pPr>
              <a:defRPr sz="1800"/>
            </a:pPr>
            <a:r>
              <a:t>from_checkpoint() loads model + config + weights.</a:t>
            </a:r>
          </a:p>
          <a:p>
            <a:pPr>
              <a:defRPr sz="1800"/>
            </a:pPr>
            <a:r>
              <a:t>predict() handles single sample with optional thresholding.</a:t>
            </a:r>
          </a:p>
          <a:p>
            <a:pPr>
              <a:defRPr sz="1800"/>
            </a:pPr>
            <a:r>
              <a:t>predict_with_explanation() adds Grad-CAM + text attention artifacts.</a:t>
            </a:r>
          </a:p>
          <a:p>
            <a:pPr>
              <a:defRPr sz="1800"/>
            </a:pPr>
            <a:r>
              <a:t>predict_batch() handles batched text/image inputs.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src/inference/__init__.py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Exports MultimodalPredictor.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scripts/train.py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CLI entrypoint for training.</a:t>
            </a:r>
          </a:p>
          <a:p>
            <a:pPr>
              <a:defRPr sz="1800"/>
            </a:pPr>
            <a:r>
              <a:t>Loads config, applies CLI overrides, auto-resolves dataset directory, seeds randomness.</a:t>
            </a:r>
          </a:p>
          <a:p>
            <a:pPr>
              <a:defRPr sz="1800"/>
            </a:pPr>
            <a:r>
              <a:t>Builds dataloaders/model/trainer, supports resume/auto_resume, runs test evaluation.</a:t>
            </a:r>
          </a:p>
          <a:p>
            <a:pPr>
              <a:defRPr sz="1800"/>
            </a:pPr>
            <a:r>
              <a:t>Writes JSON result summary under results/.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scripts/evaluate.py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CLI evaluation entrypoint for checkpoint(s).</a:t>
            </a:r>
          </a:p>
          <a:p>
            <a:pPr>
              <a:defRPr sz="2000"/>
            </a:pPr>
            <a:r>
              <a:t>Can run single-mode eval, full ablation, or multi-dataset benchmark.</a:t>
            </a:r>
          </a:p>
          <a:p>
            <a:pPr>
              <a:defRPr sz="2000"/>
            </a:pPr>
            <a:r>
              <a:t>Uses Trainer.evaluate and compare_models; saves evaluation_results.json.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scripts/predict.py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CLI single prediction interface with optional explainability flag.</a:t>
            </a:r>
          </a:p>
          <a:p>
            <a:pPr>
              <a:defRPr sz="2000"/>
            </a:pPr>
            <a:r>
              <a:t>Loads checkpoint via MultimodalPredictor and prints class/confidence/probabilities.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scripts/prepare_isot_dataset.py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Utility to combine ISOT Fake.csv + True.csv into dataset.csv.</a:t>
            </a:r>
          </a:p>
          <a:p>
            <a:pPr>
              <a:defRPr sz="2000"/>
            </a:pPr>
            <a:r>
              <a:t>Creates unified columns: text, image_path, label (1 fake / 0 real).</a:t>
            </a:r>
          </a:p>
          <a:p>
            <a:pPr>
              <a:defRPr sz="2000"/>
            </a:pPr>
            <a:r>
              <a:t>Includes case-insensitive filename fallback and clear input validation errors.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app/web_app.py (Flask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create_app() loads config + checkpoint and initializes predictor.</a:t>
            </a:r>
          </a:p>
          <a:p>
            <a:pPr>
              <a:defRPr sz="1800"/>
            </a:pPr>
            <a:r>
              <a:t>Endpoints: /health, /model/info, /predict, /predict/explain, /predict/batch.</a:t>
            </a:r>
          </a:p>
          <a:p>
            <a:pPr>
              <a:defRPr sz="1800"/>
            </a:pPr>
            <a:r>
              <a:t>Supports JSON and multipart input; decodes base64 images.</a:t>
            </a:r>
          </a:p>
          <a:p>
            <a:pPr>
              <a:defRPr sz="1800"/>
            </a:pPr>
            <a:r>
              <a:t>Returns model outputs and optional explanation images in base64.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app/streamlit_app.py (UI + OCR)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Interactive verification app for uploaded image content.</a:t>
            </a:r>
          </a:p>
          <a:p>
            <a:pPr>
              <a:defRPr sz="1800"/>
            </a:pPr>
            <a:r>
              <a:t>Uses EasyOCR to extract text, then runs multimodal prediction.</a:t>
            </a:r>
          </a:p>
          <a:p>
            <a:pPr>
              <a:defRPr sz="1800"/>
            </a:pPr>
            <a:r>
              <a:t>If no checkpoint is available, falls back to heuristic demo prediction.</a:t>
            </a:r>
          </a:p>
          <a:p>
            <a:pPr>
              <a:defRPr sz="1800"/>
            </a:pPr>
            <a:r>
              <a:t>Displays confidence gauges, OCR confidence chart, text boxes, and analysis cards.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colab.ipynb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Google Colab training workflow in 13 cells.</a:t>
            </a:r>
          </a:p>
          <a:p>
            <a:pPr>
              <a:defRPr sz="2000"/>
            </a:pPr>
            <a:r>
              <a:t>Steps: setup GPU, install deps, upload/clone project, upload dataset, adjust config, train, evaluate, export.</a:t>
            </a:r>
          </a:p>
          <a:p>
            <a:pPr>
              <a:defRPr sz="2000"/>
            </a:pPr>
            <a:r>
              <a:t>Optional ablation block included at the end.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.gitignore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Excludes environments, checkpoints, logs, data/results/explanations, caches, and large local datasets.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Train: python scripts/train.py --config config/config.yaml</a:t>
            </a:r>
          </a:p>
          <a:p>
            <a:pPr>
              <a:defRPr sz="1800"/>
            </a:pPr>
            <a:r>
              <a:t>Evaluate: python scripts/evaluate.py --checkpoint checkpoints/best_model.pt</a:t>
            </a:r>
          </a:p>
          <a:p>
            <a:pPr>
              <a:defRPr sz="1800"/>
            </a:pPr>
            <a:r>
              <a:t>Predict CLI: python scripts/predict.py --text "..." --image image.jpg</a:t>
            </a:r>
          </a:p>
          <a:p>
            <a:pPr>
              <a:defRPr sz="1800"/>
            </a:pPr>
            <a:r>
              <a:t>Flask API: python app/web_app.py --port 5000</a:t>
            </a:r>
          </a:p>
          <a:p>
            <a:pPr>
              <a:defRPr sz="1800"/>
            </a:pPr>
            <a:r>
              <a:t>Streamlit UI: streamlit run app/streamlit_app.py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deck contains a complete file-by-file project walkthrough.</a:t>
            </a:r>
          </a:p>
          <a:p>
            <a:pPr>
              <a:defRPr sz="2000"/>
            </a:pPr>
            <a:r>
              <a:t>File: Fake_News_Project_File_by_File_Explained.pptx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